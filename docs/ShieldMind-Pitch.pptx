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30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me chamo Thiago, e construí o ShieldMind como projeto do bootcamp. Em 3 minutos vou mostrar o problema que ele resolve, como funciona na prática e por que a abordagem é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setor financeiro está migrando de chatbots simples para agentes proativos. Mas isso traz riscos novos: personalização exige dados sensíveis, e alucinação em contexto financeiro pode custar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ShieldMind nasce com guardrails como requisito, não como camada extra. Cada um desses pilares foi testado e validado - vou mostrar isso em métricas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fluxo: a pergunta chega, o código Python já pré-calcula somas e organiza os dados do cliente, o system prompt aplica as regras de comportamento, e o modelo (rodando localmente) gera a resposta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exemplos reais de teste: o agente recusa de forma educada e propositiva, sempre oferecendo uma alternativa dentro do escopo, em vez de simplesmente dizer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ponto que eu destacaria numa banca: identificar e corrigir esse tipo de bug exige investigação sistemática, não só prompt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Documentei cada rodada de teste, incluindo as falhas - isso faz parte do processo e mostra a evolução real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reforçar que o projeto está documentado de ponta a ponta, incluindo os erros encontrados pelo caminho, e que está pronto para uso/demonstração.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960120"/>
            <a:ext cx="1005840" cy="1005840"/>
          </a:xfrm>
          <a:prstGeom prst="ellipse">
            <a:avLst/>
          </a:prstGeom>
          <a:solidFill>
            <a:srgbClr val="2E3A7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154" y="118643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ShieldMind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087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Planejamento Financeiro Pessoal com IA Generativa Local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800600" y="3977640"/>
            <a:ext cx="2560320" cy="18288"/>
          </a:xfrm>
          <a:prstGeom prst="rect">
            <a:avLst/>
          </a:prstGeom>
          <a:solidFill>
            <a:srgbClr val="445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0" y="59893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do projeto - Desafio de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financeiros tradicionais ainda são reativos, genéricos e arriscados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74720"/>
            <a:ext cx="289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Reativos, não consultivos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289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 perguntas, mas não antecipam necessidades do cliente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8640" y="210312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678680" y="24688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420" y="2674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2960" y="3474720"/>
            <a:ext cx="289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personalizados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2960" y="4023360"/>
            <a:ext cx="289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genéricas, sem considerar perfil de risco e metas reais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77200" y="210312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97240" y="24688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980" y="26746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3474720"/>
            <a:ext cx="289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alucinação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1520" y="4023360"/>
            <a:ext cx="289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finanças, uma informação inventada pode levar a uma decisão ruim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ShieldMind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planejamento financeiro pessoal, com guardrails de segurança desde o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21374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4767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0" y="194767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gastos, metas e perfil de risco reais do cliente antes de responder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35808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0725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17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por padrão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0" y="3017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dá conselho jurídico/tributário, nunca guarda dados sensíveis, nunca garante retorno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05656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277106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08736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com o perfil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72000" y="408736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recomendar produtos de risco incompatível, mesmo se o cliente pedir explicitamente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75504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" y="5346954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15721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572000" y="5157216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via Ollama, sem custo de API e sem enviar dados a serviços externos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na prática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pergunta do cliente até uma resposta segura e fundamentada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11580" y="26517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2834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858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cliente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14600" y="2971800"/>
            <a:ext cx="3771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A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91790" y="23774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463290" y="26517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179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83230" y="3858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pré-processados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66310" y="2971800"/>
            <a:ext cx="3771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A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43500" y="23774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715000" y="26517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834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350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234940" y="3858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do prompt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18020" y="2971800"/>
            <a:ext cx="3771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A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95210" y="23774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7966710" y="26517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9590" y="28346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521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486650" y="3858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local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69730" y="2971800"/>
            <a:ext cx="3771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A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6920" y="23774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0218420" y="2651760"/>
            <a:ext cx="731520" cy="731520"/>
          </a:xfrm>
          <a:prstGeom prst="ellipse">
            <a:avLst/>
          </a:prstGeom>
          <a:solidFill>
            <a:srgbClr val="2E3A7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28346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738360" y="38587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 e personalizada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prática: dois exemplos reais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663440" cy="594360"/>
          </a:xfrm>
          <a:prstGeom prst="roundRect">
            <a:avLst>
              <a:gd name="adj" fmla="val 4615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investir em ações de tecnologia. Você recomenda?”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perfil é moderado e sua meta atual é a reserva de emergência - isso pede liquidez e segurança, não volatilidade. Não recomendaria esse produto agora. Que tal explorar opções de renda fixa compatíveis com seu objetivo?”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2176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1422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recusa coerente com o perfil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46304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583680" y="1737360"/>
            <a:ext cx="4663440" cy="594360"/>
          </a:xfrm>
          <a:prstGeom prst="roundRect">
            <a:avLst>
              <a:gd name="adj" fmla="val 4615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766560" y="17373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“Tenho um imóvel alugado, preciso declarar no Imposto de Renda?”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0" y="251460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“Isso é uma questão tributária - prefiro não arriscar te passar informação incorreta. O ideal é falar com um contador. Posso montar um resumo dos valores recebidos no ano para você levar nessa conversa?”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2176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41422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sem conselho tributário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abordagem é diferente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516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zero, dados locais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344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API paga, sem dados do cliente saindo do ambiente local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58640" y="16459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380" y="18516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8640" y="265176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testados, não só descritos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58640" y="3383280"/>
            <a:ext cx="344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foi validada com cenários de teste reais, com casos de falha documentados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77200" y="16459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940" y="18516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7200" y="265176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engenharia visível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77200" y="3383280"/>
            <a:ext cx="344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reais identificados e corrigidos: tamanho do modelo, pré-processamento de dados, janela de contexto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maior bug do projeto não estava no modelo nem no prompt — estava na configuração da janela de contexto do Ollama, que cortava regras e dados do cliente sem nenhum erro visível.”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testes, depuração e validação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teste validados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4434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45994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257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acerto evoluiu de 62,5% para 100% ao longo do ciclo de correções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37" y="21705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011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maior (3B → 8B)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83480" y="23500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Reduziu alucinação conceitual e melhorou seguimento de regras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97680" y="289864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37" y="3011805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3480" y="28529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Pré-cálculo de somas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983480" y="319125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Eliminou erros de filtragem manual de transações pelo modelo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297680" y="373989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37" y="3853053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3480" y="369417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contexto explícita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983480" y="403250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Corrigiu corte silencioso de regras e dados do cliente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297680" y="45811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37" y="4694301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83480" y="453542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com dados reais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983480" y="487375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Cobriu casos que a regra em texto não generalizava sozinha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914400"/>
            <a:ext cx="914400" cy="914400"/>
          </a:xfrm>
          <a:prstGeom prst="ellipse">
            <a:avLst/>
          </a:prstGeom>
          <a:solidFill>
            <a:srgbClr val="2E3A7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1201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ShieldMind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645920" y="28803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financeiro mais próximo, mais seguro, e mais honesto sobre seus próprios limites.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800600" y="3794760"/>
            <a:ext cx="2560320" cy="18288"/>
          </a:xfrm>
          <a:prstGeom prst="rect">
            <a:avLst/>
          </a:prstGeom>
          <a:solidFill>
            <a:srgbClr val="445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completa </a:t>
            </a:r>
            <a:r>
              <a:rPr lang="en-US" sz="1200" dirty="0" err="1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https://github.com/Thiagomg94/dio-lab-bia-do-futuro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786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ShieldMind - Pitch</dc:title>
  <dc:subject>PptxGenJS Presentation</dc:subject>
  <dc:creator>Thiago</dc:creator>
  <cp:lastModifiedBy>Thiago Oliveira</cp:lastModifiedBy>
  <cp:revision>2</cp:revision>
  <dcterms:created xsi:type="dcterms:W3CDTF">2026-06-21T17:04:05Z</dcterms:created>
  <dcterms:modified xsi:type="dcterms:W3CDTF">2026-06-21T17:16:35Z</dcterms:modified>
</cp:coreProperties>
</file>